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488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200" kern="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ROUTECAST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94360" y="3246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Route Digital Twin &amp; AI Traffic Simulator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3840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9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Plan, simulate, and re-route event traffic anywhere in the world.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 •  React  •  TypeScript  •  Leaflet  •  Three.js  •  PyTorch  →  ONNX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Capstone Project  |  Name • College • Guide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RouteCast?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web-based digital-twin platform that computes optimal travel routes for event attendees over a real-coordinate city road network.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modes: Event (route many invitees to one venue) and Directions (Google-Maps-style point A → point B).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for any location worldwide via free OpenStreetMap geocoding.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Simulates disruptions (accident, closure, weather, surge) and uses trained deep-learning models to re-rank routes by predicted travel time.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6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views: real Map, 2D hologram, and 3D hologram, plus a live metrics dashboard.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in Existing Tools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54864" cy="1920240"/>
          </a:xfrm>
          <a:prstGeom prst="rect">
            <a:avLst/>
          </a:prstGeom>
          <a:solidFill>
            <a:srgbClr val="7C93A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2996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TODAY'S NAVIGATION APPS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 a single traveler in isolation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collective / organizer-level view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 is a black box — not tunable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what-if disruption simulation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920240"/>
            <a:ext cx="54864" cy="1920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02996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MISSING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487168"/>
            <a:ext cx="5029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routes for a whole group to one venue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time vs distance vs congestion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accidents / closures before they hurt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 impact: emissions, response time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question: How can an organizer plan, tune, and simulate routing for many people converging on one venue?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2996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871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 real-coordinate city road network as a routable weighted graph.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9202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92024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202996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4871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best / fastest / shortest routes with user-adjustable weights.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0156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8587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any worldwide location; auto-generate invitees per city.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2918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29184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40156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8587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disruptions and quantify impact vs a baseline.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6634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66344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77316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2303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&amp; integrate deep-learning models (ETA + congestion) via ONNX.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466344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4663440"/>
            <a:ext cx="54864" cy="1188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477316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52303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on Map + 2D/3D holograms with a live metrics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RouteCast Works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103120"/>
            <a:ext cx="54864" cy="2743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128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670048"/>
            <a:ext cx="2240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8×8 intersection grid over real lat/lng; each edge has congestion + free-flow speed.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18688" y="32004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429000" y="2103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2103120"/>
            <a:ext cx="54864" cy="2743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2128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2670048"/>
            <a:ext cx="2240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computes routes under a normalized weighted blend of time, distance, congestion.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07608" y="32004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17920" y="2103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2103120"/>
            <a:ext cx="54864" cy="2743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2128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2670048"/>
            <a:ext cx="2240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Scenarios mutate the graph; metrics recomputed vs a no-disruption baseline.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796528" y="320040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006840" y="2103120"/>
            <a:ext cx="2606040" cy="2743200"/>
          </a:xfrm>
          <a:prstGeom prst="roundRect">
            <a:avLst>
              <a:gd name="adj" fmla="val 2807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6840" y="2103120"/>
            <a:ext cx="54864" cy="2743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3" name="Text 21"/>
          <p:cNvSpPr/>
          <p:nvPr/>
        </p:nvSpPr>
        <p:spPr>
          <a:xfrm>
            <a:off x="9189720" y="22128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189720" y="2670048"/>
            <a:ext cx="2240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ETA model re-ranks routes by predicted time; congestion model forecasts ahead.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ONNX model files are absent, the system falls back to a labeled heuristic — so it always runs.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Blueprint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84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31546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App Router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+ TypeScript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(map)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+ R3F (3D)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 (fetch/cache)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87452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84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/ LOGIC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441448"/>
            <a:ext cx="31546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Handler: GET /api/plan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lib/city — graph builder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lib/optimizer — Dijkstra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lib/sim — scenarios + metrics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lib/ml — ONNX inference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database • No auth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87452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984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+ EXTERNAL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441448"/>
            <a:ext cx="31546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(offline training)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export (eta, congestion)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onnxruntime-node (serve)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OSM Nominatim (geocode)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Reverse geocode (area names)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tile basemaps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DIAGRAM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Data Flow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input
</a:t>
            </a:r>
            <a:pPr algn="ctr" indent="0" marL="0">
              <a:buNone/>
            </a:pPr>
            <a:r>
              <a:rPr lang="en-US" sz="11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(location / mode / weights / scenario)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89120" y="21031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240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/api/plan
</a:t>
            </a:r>
            <a:pPr algn="ctr" indent="0" marL="0">
              <a:buNone/>
            </a:pPr>
            <a:r>
              <a:rPr lang="en-US" sz="11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 graph + generate invitees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2560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138160" y="21031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75320" y="22402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 scenario
</a:t>
            </a:r>
            <a:pPr algn="ctr" indent="0" marL="0">
              <a:buNone/>
            </a:pPr>
            <a:r>
              <a:rPr lang="en-US" sz="11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mutate congestion + speed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9319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0690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 routing
</a:t>
            </a:r>
            <a:pPr algn="ctr" indent="0" marL="0">
              <a:buNone/>
            </a:pPr>
            <a:r>
              <a:rPr lang="en-US" sz="11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/ fastest / shortest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0" y="4389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389120" y="39319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40690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re-rank + forecast
</a:t>
            </a:r>
            <a:pPr algn="ctr" indent="0" marL="0">
              <a:buNone/>
            </a:pPr>
            <a:r>
              <a:rPr lang="en-US" sz="11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 + congestion (ONNX)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4389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8138160" y="3931920"/>
            <a:ext cx="3383280" cy="1371600"/>
          </a:xfrm>
          <a:prstGeom prst="roundRect">
            <a:avLst>
              <a:gd name="adj" fmla="val 5333"/>
            </a:avLst>
          </a:prstGeom>
          <a:solidFill>
            <a:srgbClr val="0F1D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40690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+ baseline
</a:t>
            </a:r>
            <a:pPr algn="ctr" indent="0" marL="0">
              <a:buNone/>
            </a:pPr>
            <a:r>
              <a:rPr lang="en-US" sz="11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JSON → Map / 2D / 3D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60520" y="3520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</a:rPr>
              <a:t>↓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&amp; Tools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84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31546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v4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 / react-leaflet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Three.js / R3F / Drei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SWR • lucide-react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87452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84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&amp; ML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441448"/>
            <a:ext cx="31546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Route Handlers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(training)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 (data gen)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(export)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onnxruntime-node (serve)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database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87452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984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SERVICES &amp; DEV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441448"/>
            <a:ext cx="31546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OpenStreetMap Nominatim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tile basemaps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• ESLint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PostCSS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3.10+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(hosting)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54864" cy="1234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8424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WORLDWIDE 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country / state / city; grid recenters, invitees regenerate.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874520"/>
            <a:ext cx="54864" cy="1234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98424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+ DIRECTIONS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4414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Group-to-venue routing, plus click-A / click-B trips.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91840"/>
            <a:ext cx="54864" cy="1234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0156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ROUTING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8587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/ fastest / shortest with time-distance-congestion sliders.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32918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291840"/>
            <a:ext cx="54864" cy="1234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40156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SCENARIO SIMULATOR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55080" y="385876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Accident, closure, surge, weather — with baseline comparison.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47091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4709160"/>
            <a:ext cx="54864" cy="1234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81888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DASHBOARD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527608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congestion, AQI, response time, CO₂, fuel, travel time.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72200" y="470916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4709160"/>
            <a:ext cx="54864" cy="12344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481888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MODEL ENGINE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527608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 ETA + congestion, ETA re-routing, model/heuristic status.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WORKFLOW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Lifecycle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searches a location, picks Event or Directions mode, sets weights and a scenario.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builds a query string and calls GET /api/plan via SWR (polls every 15s to stay live).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rebuilds the city graph centered on the location and generates invitees (or A/B points).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active scenario mutates edge congestion and speed; incidents are added to the graph.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Dijkstra computes best / fastest / shortest routes per invitee.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layer predicts ETA per route and re-ranks them; congestion model forecasts ahead.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+ a no-disruption baseline are computed and returned as JSON.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renders Map / 2D / 3D views, the dashboard, and the baseline-vs-scenario table.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Modules &amp; Algorithm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54864" cy="40233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8424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50292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lib/city.ts — builds graph, centers on coords, nearest-node snap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lib/optimizer.ts — weighted Dijkstra, 3 cost modes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lib/sim.ts — scenario mutation + city metrics + baseline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lib/ml.ts — ONNX sessions, ETA re-rank, heuristic fallback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 — schema.py, data.py, train.py (PyTorch → ONNX)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011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 COST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242316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cost(edge) =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wTime · timeNorm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wDistance · distNorm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wCongestion · congestion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Dijkstra minimizes the summed cost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along the path. Routes are then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re-ranked by the ML-predicted ETA,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 a longer detour can win when an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F1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accident makes it genuinely faster.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 / DEEP LEARNING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Engine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54864" cy="40233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8424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50292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feed-forward MLP regressors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Layers: in → 128 → 128 → 64 → 1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• Dropout 0.1 • Adam + weight decay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Huber (SmoothL1) loss • cosine LR schedule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Best-checkpoint-by-val-MAE restored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to ONNX (opset 17, dynamic batch)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Served in Node via onnxruntime-node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874520"/>
            <a:ext cx="5394960" cy="4023360"/>
          </a:xfrm>
          <a:prstGeom prst="roundRect">
            <a:avLst>
              <a:gd name="adj" fmla="val 1818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874520"/>
            <a:ext cx="54864" cy="402336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984248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FEATURES + EVAL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441448"/>
            <a:ext cx="502920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ETA: distance, congestion, segments,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hour(sin,cos), weekend, density,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scenario severity, rain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Congestion: current, step, hour(sin,cos),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incident load, weekend, density,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severity, rain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40k synthetic samples/model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Metrics: MAE + R² → models/metrics.json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Fallback: labeled heuristic if no ONNX file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 &amp; OUTPUT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System Delivers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route planning for many invitees to a venue, and single A→B directions — for any location worldwide.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comparable routes (best / fastest / shortest) with live, tunable weights.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simulation with a baseline-vs-scenario impact table: travel time, speed, congestion, CO₂, fuel, incidents, AQI, response time.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ONNX inference path that re-ranks routes by predicted ETA and reports how many invitees were re-routed.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'ONNX active / Heuristic' indicator and a short-horizon congestion forecast strip.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+ 2D/3D holographic visualizations and an in-app presentation deck.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produces metrics.json with MAE / R² per model (values depend on the run).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728655" y="411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C93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 · Limitations · Future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7452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84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ADVANTAGES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31546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globally, not one city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Transparent, tunable routing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Digital-twin what-if simulation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PyTorch → ONNX models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+ 2D/3D + dashboard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Clean, extensible layers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8745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874520"/>
            <a:ext cx="54864" cy="4206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984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26280" y="2441448"/>
            <a:ext cx="31546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8×8 grid, not real roads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(not live) traffic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trained on synthetic data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database / auth / test suite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Auto-generated invitees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Nominatim rate limits area names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874520"/>
            <a:ext cx="3520440" cy="4206240"/>
          </a:xfrm>
          <a:prstGeom prst="roundRect">
            <a:avLst>
              <a:gd name="adj" fmla="val 2078"/>
            </a:avLst>
          </a:prstGeom>
          <a:solidFill>
            <a:srgbClr val="0F1D2E"/>
          </a:solidFill>
          <a:ln w="12700">
            <a:solidFill>
              <a:srgbClr val="1E33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874520"/>
            <a:ext cx="54864" cy="420624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984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441448"/>
            <a:ext cx="315468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road graph (OSM / OSRM)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traffic data + a GNN model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 + accounts + guest lists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traffic / weather feeds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 + CI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export + multi-venue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92608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E6F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RouteCast unifies classic shortest-path optimization, a transparent traffic simulator, and trained deep-learning models into a single global, presentation-ready digital twin for event routing.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754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  —  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Capstone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RouteCast — Event Route Digital Twin &amp; AI Traffic Simulator</dc:title>
  <dc:subject>PptxGenJS Presentation</dc:subject>
  <dc:creator>RouteCast</dc:creator>
  <cp:lastModifiedBy>RouteCast</cp:lastModifiedBy>
  <cp:revision>1</cp:revision>
  <dcterms:created xsi:type="dcterms:W3CDTF">2026-08-13T20:31:07Z</dcterms:created>
  <dcterms:modified xsi:type="dcterms:W3CDTF">2026-08-13T20:31:07Z</dcterms:modified>
</cp:coreProperties>
</file>